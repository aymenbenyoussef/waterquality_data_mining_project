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9" r:id="rId7"/>
    <p:sldId id="270" r:id="rId8"/>
    <p:sldId id="262" r:id="rId9"/>
    <p:sldId id="271" r:id="rId10"/>
    <p:sldId id="263" r:id="rId11"/>
    <p:sldId id="264" r:id="rId12"/>
    <p:sldId id="268" r:id="rId13"/>
    <p:sldId id="265" r:id="rId14"/>
    <p:sldId id="266" r:id="rId15"/>
    <p:sldId id="267" r:id="rId16"/>
    <p:sldId id="272" r:id="rId17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7F4"/>
    <a:srgbClr val="091B31"/>
    <a:srgbClr val="F4F5EF"/>
    <a:srgbClr val="F6F7F1"/>
    <a:srgbClr val="F8F5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08" autoAdjust="0"/>
    <p:restoredTop sz="94622" autoAdjust="0"/>
  </p:normalViewPr>
  <p:slideViewPr>
    <p:cSldViewPr>
      <p:cViewPr varScale="1">
        <p:scale>
          <a:sx n="59" d="100"/>
          <a:sy n="59" d="100"/>
        </p:scale>
        <p:origin x="854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T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B285DF-21EB-403A-9462-A02D62D9605D}" type="datetimeFigureOut">
              <a:rPr lang="fr-TN" smtClean="0"/>
              <a:t>27/04/2026</a:t>
            </a:fld>
            <a:endParaRPr lang="fr-T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T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T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T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235730-5D75-49D0-83C5-D21DCEA19E1D}" type="slidenum">
              <a:rPr lang="fr-TN" smtClean="0"/>
              <a:t>‹#›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3488755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T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2147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78000" y="3277745"/>
            <a:ext cx="12700000" cy="19038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45"/>
              </a:lnSpc>
            </a:pPr>
            <a:r>
              <a:rPr lang="fr-FR" sz="8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</a:rPr>
              <a:t>Analyse de la qualité de l'eau </a:t>
            </a:r>
          </a:p>
          <a:p>
            <a:pPr algn="ctr">
              <a:lnSpc>
                <a:spcPts val="7645"/>
              </a:lnSpc>
            </a:pPr>
            <a:endParaRPr lang="en-US" sz="5856" dirty="0"/>
          </a:p>
        </p:txBody>
      </p:sp>
      <p:sp>
        <p:nvSpPr>
          <p:cNvPr id="4" name="Text 1"/>
          <p:cNvSpPr/>
          <p:nvPr/>
        </p:nvSpPr>
        <p:spPr>
          <a:xfrm>
            <a:off x="2201864" y="5189142"/>
            <a:ext cx="65" cy="4776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3911"/>
              </a:lnSpc>
            </a:pPr>
            <a:endParaRPr lang="en-US" sz="3029" dirty="0"/>
          </a:p>
        </p:txBody>
      </p:sp>
      <p:sp>
        <p:nvSpPr>
          <p:cNvPr id="5" name="Text 2"/>
          <p:cNvSpPr/>
          <p:nvPr/>
        </p:nvSpPr>
        <p:spPr>
          <a:xfrm>
            <a:off x="4699000" y="5542696"/>
            <a:ext cx="7777872" cy="324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89"/>
              </a:lnSpc>
            </a:pPr>
            <a:r>
              <a:rPr lang="en-US" sz="2489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Presenté par :</a:t>
            </a:r>
            <a:r>
              <a:rPr lang="en-US" sz="248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Aymen Ben Youssef &amp; Mohamed Ali Kechrida</a:t>
            </a:r>
          </a:p>
        </p:txBody>
      </p:sp>
      <p:sp>
        <p:nvSpPr>
          <p:cNvPr id="6" name="Text 3"/>
          <p:cNvSpPr/>
          <p:nvPr/>
        </p:nvSpPr>
        <p:spPr>
          <a:xfrm>
            <a:off x="7587282" y="6357571"/>
            <a:ext cx="1912318" cy="3036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489"/>
              </a:lnSpc>
            </a:pPr>
            <a:r>
              <a:rPr lang="en-US" sz="175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Date:</a:t>
            </a:r>
            <a:r>
              <a:rPr lang="en-US" sz="1867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April 19, 2026</a:t>
            </a:r>
            <a:endParaRPr lang="en-US" sz="175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78377"/>
            <a:ext cx="16256000" cy="90678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C277952-C09D-7B5B-C399-D1612E3E16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9800" y="2286000"/>
            <a:ext cx="8251634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BEFE4-9051-DBFE-7A33-15F7F45BA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F8CAC21-C903-47AA-19E1-EE95D8E8CC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896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FB05E-460F-53CC-D1CC-A31411DF6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490269-4CE1-DA50-7FB5-C9EC7C510D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431"/>
            <a:ext cx="16256000" cy="9148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6245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11EBBE-9D44-AF99-ADCF-69B37A9D3D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431"/>
            <a:ext cx="16256000" cy="914886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F0E0C55-23D8-A7EF-0F7E-8F3897EC6A9C}"/>
              </a:ext>
            </a:extLst>
          </p:cNvPr>
          <p:cNvSpPr/>
          <p:nvPr/>
        </p:nvSpPr>
        <p:spPr>
          <a:xfrm>
            <a:off x="2870200" y="5181600"/>
            <a:ext cx="3581400" cy="304800"/>
          </a:xfrm>
          <a:prstGeom prst="rect">
            <a:avLst/>
          </a:prstGeom>
          <a:solidFill>
            <a:srgbClr val="F5F7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E100AE-F9BD-76D9-DB9E-16D2E9AD7262}"/>
              </a:ext>
            </a:extLst>
          </p:cNvPr>
          <p:cNvSpPr/>
          <p:nvPr/>
        </p:nvSpPr>
        <p:spPr>
          <a:xfrm>
            <a:off x="4622800" y="6150429"/>
            <a:ext cx="3162300" cy="304800"/>
          </a:xfrm>
          <a:prstGeom prst="rect">
            <a:avLst/>
          </a:prstGeom>
          <a:solidFill>
            <a:srgbClr val="F5F7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2209675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AB849B6-0C11-5EF9-C16C-18039C05C0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0" y="0"/>
            <a:ext cx="13716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7756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FB20C9-26B7-2B8A-4E5D-689F2AE0EB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5241"/>
            <a:ext cx="16256000" cy="913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3677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23</Words>
  <Application>Microsoft Office PowerPoint</Application>
  <PresentationFormat>Custom</PresentationFormat>
  <Paragraphs>4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Arial</vt:lpstr>
      <vt:lpstr>Calibri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Aymen Ben youssef</cp:lastModifiedBy>
  <cp:revision>6</cp:revision>
  <dcterms:created xsi:type="dcterms:W3CDTF">2006-08-16T00:00:00Z</dcterms:created>
  <dcterms:modified xsi:type="dcterms:W3CDTF">2026-04-27T11:01:59Z</dcterms:modified>
</cp:coreProperties>
</file>